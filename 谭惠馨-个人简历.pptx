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560320"/>
            <a:ext cx="4206240" cy="4206240"/>
          </a:xfrm>
          <a:prstGeom prst="ellipse">
            <a:avLst/>
          </a:prstGeom>
          <a:solidFill>
            <a:srgbClr val="275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24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0496" y="722376"/>
            <a:ext cx="384048" cy="384048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38528"/>
            <a:ext cx="68580" cy="2286000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DA8DA"/>
                </a:solidFill>
                <a:latin typeface="微软雅黑"/>
                <a:ea typeface="微软雅黑"/>
                <a:cs typeface="微软雅黑"/>
              </a:rPr>
              <a:t>P E R S O N A L   R E S U M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谭惠馨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3127248"/>
            <a:ext cx="1737360" cy="50292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大数据管理与应用 · 数据驱动决策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4123944"/>
            <a:ext cx="118872" cy="118872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404164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DCE7F5"/>
                </a:solidFill>
                <a:latin typeface="微软雅黑"/>
                <a:ea typeface="微软雅黑"/>
                <a:cs typeface="微软雅黑"/>
              </a:rPr>
              <a:t>大连财经学院　·　管理学院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544568"/>
            <a:ext cx="118872" cy="118872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46227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DCE7F5"/>
                </a:solidFill>
                <a:latin typeface="微软雅黑"/>
                <a:ea typeface="微软雅黑"/>
                <a:cs typeface="微软雅黑"/>
              </a:rPr>
              <a:t>大数据管理与应用　|　2023 级　本科在读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965192"/>
            <a:ext cx="118872" cy="118872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882896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DCE7F5"/>
                </a:solidFill>
                <a:latin typeface="微软雅黑"/>
                <a:ea typeface="微软雅黑"/>
                <a:cs typeface="微软雅黑"/>
              </a:rPr>
              <a:t>求职意向：数据分析 / 数据运营 / 商业分析（实习）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77840"/>
            <a:ext cx="6675120" cy="18288"/>
          </a:xfrm>
          <a:prstGeom prst="rect">
            <a:avLst/>
          </a:prstGeom>
          <a:solidFill>
            <a:srgbClr val="3E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il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76072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1872" y="577900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【name@email.com　待填】</a:t>
            </a:r>
          </a:p>
        </p:txBody>
      </p:sp>
      <p:pic>
        <p:nvPicPr>
          <p:cNvPr id="20" name="Picture 19" descr="pho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5769864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24144" y="57790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【138-0000-0000　待填】</a:t>
            </a:r>
          </a:p>
        </p:txBody>
      </p:sp>
      <p:sp>
        <p:nvSpPr>
          <p:cNvPr id="22" name="Oval 21"/>
          <p:cNvSpPr/>
          <p:nvPr/>
        </p:nvSpPr>
        <p:spPr>
          <a:xfrm>
            <a:off x="7955279" y="1874519"/>
            <a:ext cx="2834640" cy="2834640"/>
          </a:xfrm>
          <a:prstGeom prst="ellipse">
            <a:avLst/>
          </a:prstGeom>
          <a:noFill/>
          <a:ln w="25400">
            <a:solidFill>
              <a:srgbClr val="5B8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user_8FB4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0" y="2446020"/>
            <a:ext cx="1051560" cy="1051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55279" y="3886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8FB4DC"/>
                </a:solidFill>
                <a:latin typeface="微软雅黑"/>
                <a:ea typeface="微软雅黑"/>
                <a:cs typeface="微软雅黑"/>
              </a:rPr>
              <a:t>【 证 件 照 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20624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3474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84124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PROFILE</a:t>
            </a:r>
          </a:p>
        </p:txBody>
      </p:sp>
      <p:sp>
        <p:nvSpPr>
          <p:cNvPr id="7" name="Oval 6"/>
          <p:cNvSpPr/>
          <p:nvPr/>
        </p:nvSpPr>
        <p:spPr>
          <a:xfrm>
            <a:off x="10874959" y="338328"/>
            <a:ext cx="768096" cy="76809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r_2E6F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521208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188720"/>
            <a:ext cx="11094415" cy="20116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谭惠馨　·　大数据管理与应用 · 数据驱动决策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02 /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81328"/>
            <a:ext cx="2880360" cy="422452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81328"/>
            <a:ext cx="82296" cy="422452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ser_2E6F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1778508"/>
            <a:ext cx="1234440" cy="1234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331012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【 证 件 照 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675887"/>
            <a:ext cx="2057400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58768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谭惠馨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15968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大数据管理与应用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90288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2023 级 · 本科在读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148132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03320" y="148132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158191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178308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谭惠馨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3771" y="148132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3771" y="148132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9803" y="158191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性别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9803" y="178308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221284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03320" y="221284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9352" y="231343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政治面貌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9352" y="251460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共青团员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3771" y="221284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3771" y="221284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9803" y="231343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籍贯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9803" y="251460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【待填】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294436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03320" y="294436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9352" y="304495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手机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9352" y="324612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【138-0000-0000】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3771" y="294436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3771" y="294436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9803" y="304495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邮箱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9803" y="324612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【name@email.com】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03320" y="367588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03320" y="367588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59352" y="377647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现居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9352" y="397764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辽宁·大连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3771" y="3675888"/>
            <a:ext cx="3869283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3771" y="3675888"/>
            <a:ext cx="54864" cy="603504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9803" y="3776472"/>
            <a:ext cx="34120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求职意向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9803" y="3977640"/>
            <a:ext cx="34120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数据分析 / 数据运营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03320" y="4462272"/>
            <a:ext cx="7939735" cy="1591056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03320" y="4462272"/>
            <a:ext cx="82296" cy="1591056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14215" y="46268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自我评价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14215" y="4992624"/>
            <a:ext cx="7299655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大数据管理与应用专业本科在读，具备扎实的数据库、统计与编程基础，能够独立完成从数据清洗、分析到可视化的完整流程。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在校期间积极参与学生会、专业社团与志愿服务，锻炼了较强的组织协调与沟通表达能力，能在团队中承担执行与协作角色。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做事细致踏实、学习主动性强，对业务数据保持高度敏感，希望在实践中持续积累行业理解，成长为一名合格的数据分析从业者。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20624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3474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教育背景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84124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EDUCATION</a:t>
            </a:r>
          </a:p>
        </p:txBody>
      </p:sp>
      <p:sp>
        <p:nvSpPr>
          <p:cNvPr id="7" name="Oval 6"/>
          <p:cNvSpPr/>
          <p:nvPr/>
        </p:nvSpPr>
        <p:spPr>
          <a:xfrm>
            <a:off x="10874959" y="338328"/>
            <a:ext cx="768096" cy="76809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ok_2E6F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521208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188720"/>
            <a:ext cx="11094415" cy="20116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谭惠馨　·　大数据管理与应用 · 数据驱动决策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03 /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81328"/>
            <a:ext cx="11094415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81328"/>
            <a:ext cx="91440" cy="12984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664208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大连财经学院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5798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管理学院　·　大数据管理与应用　·　本科（学士）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2575" y="1700784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E6FB7"/>
                </a:solidFill>
                <a:latin typeface="微软雅黑"/>
                <a:ea typeface="微软雅黑"/>
                <a:cs typeface="微软雅黑"/>
              </a:rPr>
              <a:t>2023.09 – 2027.06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2575" y="21396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辽宁 · 大连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99232"/>
            <a:ext cx="2622727" cy="841248"/>
          </a:xfrm>
          <a:prstGeom prst="roundRect">
            <a:avLst>
              <a:gd name="adj" fmla="val 14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45536"/>
            <a:ext cx="26227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GPA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01568"/>
            <a:ext cx="2622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【x.xx / 5.0　待填】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2535" y="2999232"/>
            <a:ext cx="2622727" cy="841248"/>
          </a:xfrm>
          <a:prstGeom prst="roundRect">
            <a:avLst>
              <a:gd name="adj" fmla="val 14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2535" y="3145536"/>
            <a:ext cx="26227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专业排名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2535" y="3401568"/>
            <a:ext cx="2622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【前 xx%　待填】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6431" y="2999232"/>
            <a:ext cx="2622727" cy="841248"/>
          </a:xfrm>
          <a:prstGeom prst="roundRect">
            <a:avLst>
              <a:gd name="adj" fmla="val 14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6431" y="3145536"/>
            <a:ext cx="26227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英语水平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6431" y="3401568"/>
            <a:ext cx="2622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CET-4【xxx 分　待填】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0327" y="2999232"/>
            <a:ext cx="2622727" cy="841248"/>
          </a:xfrm>
          <a:prstGeom prst="roundRect">
            <a:avLst>
              <a:gd name="adj" fmla="val 14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0327" y="3145536"/>
            <a:ext cx="26227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在校状态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0327" y="3401568"/>
            <a:ext cx="26227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在读（2023 级）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5993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主修课程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8056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数据结构与算法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2535" y="448056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2535" y="448056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数据库原理与应用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6431" y="448056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6431" y="448056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Python 程序设计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0327" y="448056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0327" y="448056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统计学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2920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02920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数据挖掘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72535" y="502920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72535" y="502920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机器学习基础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6431" y="502920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6431" y="502920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数据仓库与商业智能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20327" y="502920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0327" y="502920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数据可视化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57784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57784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运筹学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72535" y="557784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2535" y="557784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管理学原理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6431" y="557784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6431" y="557784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会计学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20327" y="5577840"/>
            <a:ext cx="2622727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20327" y="5577840"/>
            <a:ext cx="26227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市场营销学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20624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3474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社团经历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84124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CAMPUS EXPERIENCE</a:t>
            </a:r>
          </a:p>
        </p:txBody>
      </p:sp>
      <p:sp>
        <p:nvSpPr>
          <p:cNvPr id="7" name="Oval 6"/>
          <p:cNvSpPr/>
          <p:nvPr/>
        </p:nvSpPr>
        <p:spPr>
          <a:xfrm>
            <a:off x="10874959" y="338328"/>
            <a:ext cx="768096" cy="76809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rs_2E6F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521208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188720"/>
            <a:ext cx="11094415" cy="20116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谭惠馨　·　大数据管理与应用 · 数据驱动决策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04 /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81328"/>
            <a:ext cx="3515258" cy="44439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481328"/>
            <a:ext cx="3515258" cy="786384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11680"/>
            <a:ext cx="3515258" cy="25603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1627632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管理学院学生会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395728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宣传部 · 干事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688336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2023.09 – 2024.09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035808"/>
            <a:ext cx="822960" cy="32004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246120"/>
            <a:ext cx="3039770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负责学院活动宣传物料的策划与制作，累计产出推送 / 海报【xx】份；</a:t>
            </a:r>
          </a:p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协助组织迎新晚会、学术讲座、文体赛事等院内活动【xx】场，覆盖师生【xxx】人次；</a:t>
            </a:r>
          </a:p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参与学院新媒体账号日常运营，任期内内容平均阅读量提升【xx%】。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218" y="1481328"/>
            <a:ext cx="3515258" cy="44439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8218" y="1481328"/>
            <a:ext cx="3515258" cy="786384"/>
          </a:xfrm>
          <a:prstGeom prst="roundRect">
            <a:avLst>
              <a:gd name="adj" fmla="val 22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8218" y="2011680"/>
            <a:ext cx="3515258" cy="25603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7674" y="1627632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大数据与人工智能协会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5962" y="2395728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技术部 · 成员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5962" y="2688336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2024.03 – 至今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5962" y="3035808"/>
            <a:ext cx="822960" cy="32004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5962" y="3246120"/>
            <a:ext cx="3039770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参与校内数据分析兴趣小组，完成校园消费行为分析、图书借阅趋势分析等实战项目【x】个；</a:t>
            </a:r>
          </a:p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主导 / 参与 Python、SQL 入门分享会【x】场，面向【xx】名同学进行讲解与答疑；</a:t>
            </a:r>
          </a:p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负责社团技术资料的整理沉淀，搭建社团共享学习文档库。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7796" y="1481328"/>
            <a:ext cx="3515258" cy="44439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7796" y="1481328"/>
            <a:ext cx="3515258" cy="786384"/>
          </a:xfrm>
          <a:prstGeom prst="roundRect">
            <a:avLst>
              <a:gd name="adj" fmla="val 22000"/>
            </a:avLst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7796" y="2011680"/>
            <a:ext cx="3515258" cy="256032"/>
          </a:xfrm>
          <a:prstGeom prst="rect">
            <a:avLst/>
          </a:prstGeom>
          <a:solidFill>
            <a:srgbClr val="4D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7252" y="1627632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青年志愿者协会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5540" y="2395728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干事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5540" y="2688336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2023.10 – 至今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5540" y="3035808"/>
            <a:ext cx="822960" cy="32004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5540" y="3246120"/>
            <a:ext cx="3039770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参与社区敬老、校园文明引导、大型赛会服务等志愿活动【xx】次；</a:t>
            </a:r>
          </a:p>
          <a:p>
            <a:pPr algn="l">
              <a:lnSpc>
                <a:spcPct val="138000"/>
              </a:lnSpc>
              <a:spcAft>
                <a:spcPts val="700"/>
              </a:spcAft>
            </a:pPr>
            <a:r>
              <a:rPr sz="95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累计志愿服务时长【xx】小时，获评【xx 星级志愿者 / 待填】。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20624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3474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获奖经历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84124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AWARDS &amp; HONORS</a:t>
            </a:r>
          </a:p>
        </p:txBody>
      </p:sp>
      <p:sp>
        <p:nvSpPr>
          <p:cNvPr id="7" name="Oval 6"/>
          <p:cNvSpPr/>
          <p:nvPr/>
        </p:nvSpPr>
        <p:spPr>
          <a:xfrm>
            <a:off x="10874959" y="338328"/>
            <a:ext cx="768096" cy="76809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ophy_E0A6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521208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188720"/>
            <a:ext cx="11094415" cy="20116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谭惠馨　·　大数据管理与应用 · 数据驱动决策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05 /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17904"/>
            <a:ext cx="11094415" cy="7680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17904"/>
            <a:ext cx="91440" cy="768096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1655064"/>
            <a:ext cx="493776" cy="493776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755648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60934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【奖项名称一】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956815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【颁奖单位 / 获奖说明，待补充】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28216"/>
            <a:ext cx="1965960" cy="347472"/>
          </a:xfrm>
          <a:prstGeom prst="roundRect">
            <a:avLst>
              <a:gd name="adj" fmla="val 42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728216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E6FB7"/>
                </a:solidFill>
                <a:latin typeface="微软雅黑"/>
                <a:ea typeface="微软雅黑"/>
                <a:cs typeface="微软雅黑"/>
              </a:rPr>
              <a:t>【国家级 / 省级 / 校级】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728216"/>
            <a:ext cx="17190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【202X.XX】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414015"/>
            <a:ext cx="11094415" cy="7680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414015"/>
            <a:ext cx="91440" cy="768096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6" y="2551175"/>
            <a:ext cx="493776" cy="493776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651759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5054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【奖项名称二】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2852927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【颁奖单位 / 获奖说明，待补充】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2624327"/>
            <a:ext cx="1965960" cy="347472"/>
          </a:xfrm>
          <a:prstGeom prst="roundRect">
            <a:avLst>
              <a:gd name="adj" fmla="val 42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62432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E6FB7"/>
                </a:solidFill>
                <a:latin typeface="微软雅黑"/>
                <a:ea typeface="微软雅黑"/>
                <a:cs typeface="微软雅黑"/>
              </a:rPr>
              <a:t>【国家级 / 省级 / 校级】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24327"/>
            <a:ext cx="17190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【202X.XX】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10128"/>
            <a:ext cx="11094415" cy="7680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310128"/>
            <a:ext cx="91440" cy="768096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5256" y="3447288"/>
            <a:ext cx="493776" cy="493776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547872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4015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【奖项名称三】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749039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【颁奖单位 / 获奖说明，待补充】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3520440"/>
            <a:ext cx="1965960" cy="347472"/>
          </a:xfrm>
          <a:prstGeom prst="roundRect">
            <a:avLst>
              <a:gd name="adj" fmla="val 42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3520440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E6FB7"/>
                </a:solidFill>
                <a:latin typeface="微软雅黑"/>
                <a:ea typeface="微软雅黑"/>
                <a:cs typeface="微软雅黑"/>
              </a:rPr>
              <a:t>【国家级 / 省级 / 校级】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520440"/>
            <a:ext cx="17190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【202X.XX】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06240"/>
            <a:ext cx="11094415" cy="7680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206240"/>
            <a:ext cx="91440" cy="768096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256" y="4343400"/>
            <a:ext cx="493776" cy="493776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443983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297679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【奖项名称四】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4645152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【颁奖单位 / 获奖说明，待补充】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6679" y="4416552"/>
            <a:ext cx="1965960" cy="347472"/>
          </a:xfrm>
          <a:prstGeom prst="roundRect">
            <a:avLst>
              <a:gd name="adj" fmla="val 42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79" y="44165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E6FB7"/>
                </a:solidFill>
                <a:latin typeface="微软雅黑"/>
                <a:ea typeface="微软雅黑"/>
                <a:cs typeface="微软雅黑"/>
              </a:rPr>
              <a:t>【国家级 / 省级 / 校级】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4416552"/>
            <a:ext cx="17190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【202X.XX】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102352"/>
            <a:ext cx="11094415" cy="7680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102352"/>
            <a:ext cx="91440" cy="768096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5256" y="5239512"/>
            <a:ext cx="493776" cy="493776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340096"/>
            <a:ext cx="493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19379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【奖项名称五（可删减）】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5541264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【颁奖单位 / 获奖说明，待补充】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79" y="5312664"/>
            <a:ext cx="1965960" cy="347472"/>
          </a:xfrm>
          <a:prstGeom prst="roundRect">
            <a:avLst>
              <a:gd name="adj" fmla="val 42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26679" y="5312664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2E6FB7"/>
                </a:solidFill>
                <a:latin typeface="微软雅黑"/>
                <a:ea typeface="微软雅黑"/>
                <a:cs typeface="微软雅黑"/>
              </a:rPr>
              <a:t>【国家级 / 省级 / 校级】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5312664"/>
            <a:ext cx="17190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【202X.XX】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998464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※ 以上为占位展示区，请按实际获奖情况替换名称、级别与时间。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20624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3474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技能特长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84124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SKILLS</a:t>
            </a:r>
          </a:p>
        </p:txBody>
      </p:sp>
      <p:sp>
        <p:nvSpPr>
          <p:cNvPr id="7" name="Oval 6"/>
          <p:cNvSpPr/>
          <p:nvPr/>
        </p:nvSpPr>
        <p:spPr>
          <a:xfrm>
            <a:off x="10874959" y="338328"/>
            <a:ext cx="768096" cy="768096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4DA8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39" y="521208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188720"/>
            <a:ext cx="11094415" cy="20116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谭惠馨　·　大数据管理与应用 · 数据驱动决策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4255" y="64190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B7A8F"/>
                </a:solidFill>
                <a:latin typeface="微软雅黑"/>
                <a:ea typeface="微软雅黑"/>
                <a:cs typeface="微软雅黑"/>
              </a:rPr>
              <a:t>06 / 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81328"/>
            <a:ext cx="3515258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" y="1609344"/>
            <a:ext cx="566928" cy="566928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de_1B3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3736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3312" y="1737360"/>
            <a:ext cx="25551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编程语言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267712"/>
            <a:ext cx="2966618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395728"/>
            <a:ext cx="2948330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Python（Pandas / NumPy / Scikit-learn）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SQL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Java（基础）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8218" y="1481328"/>
            <a:ext cx="3515258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6234" y="1609344"/>
            <a:ext cx="566928" cy="566928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b_2E6F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250" y="1737360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42890" y="1737360"/>
            <a:ext cx="25551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数据平台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2538" y="2267712"/>
            <a:ext cx="2966618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0826" y="2395728"/>
            <a:ext cx="2948330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MySQL / SQL Server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Hadoop 生态（HDFS / Hive）基础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Spark 基础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1481328"/>
            <a:ext cx="3515258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55812" y="1609344"/>
            <a:ext cx="566928" cy="566928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_4DA8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828" y="1737360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32468" y="1737360"/>
            <a:ext cx="25551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数据可视化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02116" y="2267712"/>
            <a:ext cx="2966618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0404" y="2395728"/>
            <a:ext cx="2948330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Tableau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FineBI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Power BI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Matplotlib / ECharts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86784"/>
            <a:ext cx="3515258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4114800"/>
            <a:ext cx="566928" cy="566928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tats_2E6F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242816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53312" y="4242816"/>
            <a:ext cx="25551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统计分析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" y="4773168"/>
            <a:ext cx="2966618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901184"/>
            <a:ext cx="2948330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SPSS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描述性统计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A/B 检验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回归分析基础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8218" y="3986784"/>
            <a:ext cx="3515258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66234" y="4114800"/>
            <a:ext cx="566928" cy="566928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oc_1B3A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250" y="4242816"/>
            <a:ext cx="310896" cy="3108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142890" y="4242816"/>
            <a:ext cx="25551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办公效率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2538" y="4773168"/>
            <a:ext cx="2966618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0826" y="4901184"/>
            <a:ext cx="2948330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Excel（数据透视表 / 函数建模）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Word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PowerPoint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7796" y="3986784"/>
            <a:ext cx="3515258" cy="22494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55812" y="4114800"/>
            <a:ext cx="566928" cy="566928"/>
          </a:xfrm>
          <a:prstGeom prst="ellipse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tar_E0A6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3828" y="4242816"/>
            <a:ext cx="310896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32468" y="4242816"/>
            <a:ext cx="25551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3A6B"/>
                </a:solidFill>
                <a:latin typeface="微软雅黑"/>
                <a:ea typeface="微软雅黑"/>
                <a:cs typeface="微软雅黑"/>
              </a:rPr>
              <a:t>综合素养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02116" y="4773168"/>
            <a:ext cx="2966618" cy="18288"/>
          </a:xfrm>
          <a:prstGeom prst="rect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20404" y="4901184"/>
            <a:ext cx="2948330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CET-4【xxx 分】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数据敏感度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文档撰写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26313F"/>
                </a:solidFill>
                <a:latin typeface="微软雅黑"/>
                <a:ea typeface="微软雅黑"/>
                <a:cs typeface="微软雅黑"/>
              </a:rPr>
              <a:t>·　跨部门协作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39" y="-1005840"/>
            <a:ext cx="3108960" cy="3108960"/>
          </a:xfrm>
          <a:prstGeom prst="ellipse">
            <a:avLst/>
          </a:prstGeom>
          <a:solidFill>
            <a:srgbClr val="24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24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59568" y="658368"/>
            <a:ext cx="329184" cy="329184"/>
          </a:xfrm>
          <a:prstGeom prst="ellipse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70448" y="2084831"/>
            <a:ext cx="457200" cy="45720"/>
          </a:xfrm>
          <a:prstGeom prst="rect">
            <a:avLst/>
          </a:prstGeom>
          <a:solidFill>
            <a:srgbClr val="E0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99943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感谢您的阅读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10128"/>
            <a:ext cx="9994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9D8EE"/>
                </a:solidFill>
                <a:latin typeface="微软雅黑"/>
                <a:ea typeface="微软雅黑"/>
                <a:cs typeface="微软雅黑"/>
              </a:rPr>
              <a:t>感谢您抽出时间阅读我的简历，期待有机会进一步沟通。</a:t>
            </a:r>
          </a:p>
        </p:txBody>
      </p:sp>
      <p:sp>
        <p:nvSpPr>
          <p:cNvPr id="9" name="Oval 8"/>
          <p:cNvSpPr/>
          <p:nvPr/>
        </p:nvSpPr>
        <p:spPr>
          <a:xfrm>
            <a:off x="2685135" y="4361688"/>
            <a:ext cx="786384" cy="786384"/>
          </a:xfrm>
          <a:prstGeom prst="ellipse">
            <a:avLst/>
          </a:prstGeom>
          <a:solidFill>
            <a:srgbClr val="2C5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l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457200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69567" y="52303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DCE7F5"/>
                </a:solidFill>
                <a:latin typeface="微软雅黑"/>
                <a:ea typeface="微软雅黑"/>
                <a:cs typeface="微软雅黑"/>
              </a:rPr>
              <a:t>【name@email.com　待填】</a:t>
            </a:r>
          </a:p>
        </p:txBody>
      </p:sp>
      <p:sp>
        <p:nvSpPr>
          <p:cNvPr id="12" name="Oval 11"/>
          <p:cNvSpPr/>
          <p:nvPr/>
        </p:nvSpPr>
        <p:spPr>
          <a:xfrm>
            <a:off x="5702655" y="4361688"/>
            <a:ext cx="786384" cy="786384"/>
          </a:xfrm>
          <a:prstGeom prst="ellipse">
            <a:avLst/>
          </a:prstGeom>
          <a:solidFill>
            <a:srgbClr val="2C5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7" y="4572000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7087" y="52303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DCE7F5"/>
                </a:solidFill>
                <a:latin typeface="微软雅黑"/>
                <a:ea typeface="微软雅黑"/>
                <a:cs typeface="微软雅黑"/>
              </a:rPr>
              <a:t>【138-0000-0000　待填】</a:t>
            </a:r>
          </a:p>
        </p:txBody>
      </p:sp>
      <p:sp>
        <p:nvSpPr>
          <p:cNvPr id="15" name="Oval 14"/>
          <p:cNvSpPr/>
          <p:nvPr/>
        </p:nvSpPr>
        <p:spPr>
          <a:xfrm>
            <a:off x="8720175" y="4361688"/>
            <a:ext cx="786384" cy="786384"/>
          </a:xfrm>
          <a:prstGeom prst="ellipse">
            <a:avLst/>
          </a:prstGeom>
          <a:solidFill>
            <a:srgbClr val="2C5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487" y="457200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04607" y="52303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DCE7F5"/>
                </a:solidFill>
                <a:latin typeface="微软雅黑"/>
                <a:ea typeface="微软雅黑"/>
                <a:cs typeface="微软雅黑"/>
              </a:rPr>
              <a:t>辽宁 · 大连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961888"/>
            <a:ext cx="9994392" cy="18288"/>
          </a:xfrm>
          <a:prstGeom prst="rect">
            <a:avLst/>
          </a:prstGeom>
          <a:solidFill>
            <a:srgbClr val="3E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144768"/>
            <a:ext cx="9994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FB4DC"/>
                </a:solidFill>
                <a:latin typeface="微软雅黑"/>
                <a:ea typeface="微软雅黑"/>
                <a:cs typeface="微软雅黑"/>
              </a:rPr>
              <a:t>谭惠馨　|　大数据管理与应用 · 数据驱动决策　|　大连财经学院 · 管理学院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谭惠馨 - 个人简历</dc:title>
  <dc:subject/>
  <dc:creator>谭惠馨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